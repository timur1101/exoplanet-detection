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7274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8656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0133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544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8598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6553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6053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8099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4930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34646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75937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813437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82113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75378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94352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14125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0833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C35AD12B-60A7-4F8B-ACA4-5591EB820451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DFCB4722-B10A-45F0-8898-7055C826D9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42652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EF37F38-C628-41C5-AD84-DBB093F2C71C}"/>
              </a:ext>
            </a:extLst>
          </p:cNvPr>
          <p:cNvSpPr txBox="1"/>
          <p:nvPr/>
        </p:nvSpPr>
        <p:spPr>
          <a:xfrm>
            <a:off x="519953" y="479176"/>
            <a:ext cx="1117898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5400" dirty="0"/>
              <a:t>🪐 </a:t>
            </a:r>
            <a:r>
              <a:rPr lang="ru-RU" sz="5400" b="1" dirty="0"/>
              <a:t>ExoHunter — поиск экзопланет с помощью машинного обучения</a:t>
            </a:r>
            <a:endParaRPr lang="ru-RU" sz="5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7E813D-5F5E-40CF-AD1B-90FF04F623BA}"/>
              </a:ext>
            </a:extLst>
          </p:cNvPr>
          <p:cNvSpPr txBox="1"/>
          <p:nvPr/>
        </p:nvSpPr>
        <p:spPr>
          <a:xfrm>
            <a:off x="699247" y="2570674"/>
            <a:ext cx="10282517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dirty="0"/>
              <a:t>Я сделал проект ExoHunter — это приложение для определения, является ли наблюдаемый сигнал экзопланетой.</a:t>
            </a:r>
          </a:p>
          <a:p>
            <a:r>
              <a:rPr lang="ru-RU" sz="2200" dirty="0"/>
              <a:t>Проблема в том, что телескопы, такие как Kepler, собирают огромное количество данных, и вручную анализировать их невозможно.</a:t>
            </a:r>
          </a:p>
          <a:p>
            <a:r>
              <a:rPr lang="ru-RU" sz="2200" dirty="0"/>
              <a:t>Поэтому задача — автоматически классифицировать сигналы и находить потенциальные планеты.</a:t>
            </a:r>
          </a:p>
        </p:txBody>
      </p:sp>
    </p:spTree>
    <p:extLst>
      <p:ext uri="{BB962C8B-B14F-4D97-AF65-F5344CB8AC3E}">
        <p14:creationId xmlns:p14="http://schemas.microsoft.com/office/powerpoint/2010/main" val="22059767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CE6C8-66F7-4E4D-8A72-0215C234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📡 Данные и признаки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9ABF5-EE4F-450A-B95A-D3409D5CC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/>
              <a:t>Я использовал данные миссии Kepler от NASA — это тысячи наблюдений звёзд с характеристиками транзитов.</a:t>
            </a:r>
          </a:p>
          <a:p>
            <a:pPr marL="0" indent="0">
              <a:buNone/>
            </a:pPr>
            <a:r>
              <a:rPr lang="ru-RU" dirty="0"/>
              <a:t>В датасете есть параметры, такие как: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период орбиты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радиус планеты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радиус звезды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инсоляция </a:t>
            </a:r>
          </a:p>
          <a:p>
            <a:pPr marL="0" indent="0">
              <a:buNone/>
            </a:pPr>
            <a:r>
              <a:rPr lang="ru-RU" dirty="0"/>
              <a:t>Также я создал дополнительные признаки: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логарифм периода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отношение радиуса планеты к звезде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логарифм инсоляции </a:t>
            </a:r>
          </a:p>
          <a:p>
            <a:pPr marL="0" indent="0">
              <a:buNone/>
            </a:pPr>
            <a:r>
              <a:rPr lang="ru-RU" dirty="0"/>
              <a:t>Эти признаки помогают модели лучше понимать физику процесса.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28997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4A3E1-6224-4712-B1E9-4A7F97A5F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🤖 Модель и подход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8C261-8B64-410D-A250-2F96BAFCD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/>
              <a:t>В качестве baseline я использовал простую модель классификации, но основной моделью стал RandomForest.</a:t>
            </a:r>
          </a:p>
          <a:p>
            <a:pPr marL="0" indent="0">
              <a:buNone/>
            </a:pPr>
            <a:r>
              <a:rPr lang="ru-RU" dirty="0"/>
              <a:t>Я построил pipeline с: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масштабированием данных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RandomForestClassifier </a:t>
            </a:r>
          </a:p>
          <a:p>
            <a:pPr marL="0" indent="0">
              <a:buNone/>
            </a:pPr>
            <a:r>
              <a:rPr lang="ru-RU" dirty="0"/>
              <a:t>Для подбора параметров использовал GridSearchCV с оптимизацией по recall, потому что важно находить как можно больше реальных планет.</a:t>
            </a:r>
          </a:p>
          <a:p>
            <a:pPr marL="0" indent="0">
              <a:buNone/>
            </a:pPr>
            <a:r>
              <a:rPr lang="ru-RU" dirty="0"/>
              <a:t>Также я настроил порог классификации — 0.3 вместо стандартного 0.5, чтобы увеличить чувствительность модели.</a:t>
            </a:r>
          </a:p>
          <a:p>
            <a:pPr marL="0" indent="0">
              <a:buNone/>
            </a:pPr>
            <a:r>
              <a:rPr lang="ru-RU" dirty="0"/>
              <a:t>В результате модель показывает хороший баланс между precision и recall.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636731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3EADC-42D8-4799-A100-510E41D5A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💻 Демо приложения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79ABC0-7821-484E-8C31-B72B5E8B5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/>
              <a:t>Я сделал интерфейс на Streamlit.</a:t>
            </a:r>
          </a:p>
          <a:p>
            <a:pPr marL="0" indent="0">
              <a:buNone/>
            </a:pPr>
            <a:r>
              <a:rPr lang="ru-RU" dirty="0"/>
              <a:t>Пользователь вводит ключевые параметры: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период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радиус планеты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радиус звезды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инсоляцию </a:t>
            </a:r>
          </a:p>
          <a:p>
            <a:pPr marL="0" indent="0">
              <a:buNone/>
            </a:pPr>
            <a:r>
              <a:rPr lang="ru-RU" dirty="0"/>
              <a:t>Остальные параметры автоматически заполняются медианными значениями, чтобы сохранить качество модели.</a:t>
            </a:r>
          </a:p>
          <a:p>
            <a:pPr marL="0" indent="0">
              <a:buNone/>
            </a:pPr>
            <a:r>
              <a:rPr lang="ru-RU" dirty="0"/>
              <a:t>После этого модель выдаёт вероятность того, что это экзопланета.</a:t>
            </a:r>
          </a:p>
          <a:p>
            <a:pPr marL="0" indent="0">
              <a:buNone/>
            </a:pPr>
            <a:r>
              <a:rPr lang="ru-RU" dirty="0"/>
              <a:t>Также можно регулировать порог, чтобы управлять балансом между точностью и полнотой.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90438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60AE3-9049-4D6D-BCD7-68D67BEBE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📌 Выводы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A1278-0111-460B-BE96-81ABD35966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В этом проекте я: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поработал с реальными научными данными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реализовал feature engineering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построил и оптимизировал ML pipeline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задеплоил приложение </a:t>
            </a:r>
          </a:p>
          <a:p>
            <a:pPr marL="0" indent="0">
              <a:buNone/>
            </a:pPr>
            <a:r>
              <a:rPr lang="ru-RU" dirty="0"/>
              <a:t>Основные сложности были: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синхронизация признаков между обучением и продакшеном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работа с большим количеством параметров </a:t>
            </a:r>
          </a:p>
          <a:p>
            <a:pPr marL="0" indent="0">
              <a:buNone/>
            </a:pPr>
            <a:r>
              <a:rPr lang="ru-RU" dirty="0"/>
              <a:t>Если бы было больше времени, я бы: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добавил объяснение модели (feature importance)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использовал нейросети для анализа сигналов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добавил работу с raw light curve </a:t>
            </a:r>
          </a:p>
          <a:p>
            <a:pPr marL="0" indent="0">
              <a:buNone/>
            </a:pPr>
            <a:r>
              <a:rPr lang="ru-RU" dirty="0"/>
              <a:t>В целом, проект можно масштабировать до полноценного инструмента анализа космических данных.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7025094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7</TotalTime>
  <Words>324</Words>
  <Application>Microsoft Office PowerPoint</Application>
  <PresentationFormat>Widescreen</PresentationFormat>
  <Paragraphs>48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Corbel</vt:lpstr>
      <vt:lpstr>Depth</vt:lpstr>
      <vt:lpstr>PowerPoint Presentation</vt:lpstr>
      <vt:lpstr>📡 Данные и признаки</vt:lpstr>
      <vt:lpstr>🤖 Модель и подход</vt:lpstr>
      <vt:lpstr>💻 Демо приложения</vt:lpstr>
      <vt:lpstr>📌 Выводы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Тимур Султанбеков</dc:creator>
  <cp:lastModifiedBy>Тимур Султанбеков</cp:lastModifiedBy>
  <cp:revision>1</cp:revision>
  <dcterms:created xsi:type="dcterms:W3CDTF">2026-05-01T17:57:52Z</dcterms:created>
  <dcterms:modified xsi:type="dcterms:W3CDTF">2026-05-01T18:05:04Z</dcterms:modified>
</cp:coreProperties>
</file>